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83A41-D13E-494E-A942-64FAFB676D43}" type="datetimeFigureOut">
              <a:rPr lang="de-DE" smtClean="0"/>
              <a:t>22.12.2025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778BC-854A-4DBC-9083-48F76E86F60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6564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83A41-D13E-494E-A942-64FAFB676D43}" type="datetimeFigureOut">
              <a:rPr lang="de-DE" smtClean="0"/>
              <a:t>22.12.2025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778BC-854A-4DBC-9083-48F76E86F60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6503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83A41-D13E-494E-A942-64FAFB676D43}" type="datetimeFigureOut">
              <a:rPr lang="de-DE" smtClean="0"/>
              <a:t>22.12.2025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778BC-854A-4DBC-9083-48F76E86F60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43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83A41-D13E-494E-A942-64FAFB676D43}" type="datetimeFigureOut">
              <a:rPr lang="de-DE" smtClean="0"/>
              <a:t>22.12.2025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778BC-854A-4DBC-9083-48F76E86F60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3434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83A41-D13E-494E-A942-64FAFB676D43}" type="datetimeFigureOut">
              <a:rPr lang="de-DE" smtClean="0"/>
              <a:t>22.12.2025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778BC-854A-4DBC-9083-48F76E86F60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6147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83A41-D13E-494E-A942-64FAFB676D43}" type="datetimeFigureOut">
              <a:rPr lang="de-DE" smtClean="0"/>
              <a:t>22.12.2025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778BC-854A-4DBC-9083-48F76E86F60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3830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83A41-D13E-494E-A942-64FAFB676D43}" type="datetimeFigureOut">
              <a:rPr lang="de-DE" smtClean="0"/>
              <a:t>22.12.2025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778BC-854A-4DBC-9083-48F76E86F60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0522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83A41-D13E-494E-A942-64FAFB676D43}" type="datetimeFigureOut">
              <a:rPr lang="de-DE" smtClean="0"/>
              <a:t>22.12.2025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778BC-854A-4DBC-9083-48F76E86F60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3819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83A41-D13E-494E-A942-64FAFB676D43}" type="datetimeFigureOut">
              <a:rPr lang="de-DE" smtClean="0"/>
              <a:t>22.12.2025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778BC-854A-4DBC-9083-48F76E86F60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4903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83A41-D13E-494E-A942-64FAFB676D43}" type="datetimeFigureOut">
              <a:rPr lang="de-DE" smtClean="0"/>
              <a:t>22.12.2025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778BC-854A-4DBC-9083-48F76E86F60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6780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83A41-D13E-494E-A942-64FAFB676D43}" type="datetimeFigureOut">
              <a:rPr lang="de-DE" smtClean="0"/>
              <a:t>22.12.2025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778BC-854A-4DBC-9083-48F76E86F60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2440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83A41-D13E-494E-A942-64FAFB676D43}" type="datetimeFigureOut">
              <a:rPr lang="de-DE" smtClean="0"/>
              <a:t>22.12.2025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778BC-854A-4DBC-9083-48F76E86F60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5837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75" y="1090612"/>
            <a:ext cx="8096250" cy="4676775"/>
          </a:xfrm>
          <a:prstGeom prst="rect">
            <a:avLst/>
          </a:prstGeom>
        </p:spPr>
      </p:pic>
      <p:sp>
        <p:nvSpPr>
          <p:cNvPr id="7" name="Rechteck 6"/>
          <p:cNvSpPr/>
          <p:nvPr/>
        </p:nvSpPr>
        <p:spPr>
          <a:xfrm>
            <a:off x="2356022" y="2380735"/>
            <a:ext cx="749643" cy="774357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/>
          <p:cNvSpPr txBox="1"/>
          <p:nvPr/>
        </p:nvSpPr>
        <p:spPr>
          <a:xfrm>
            <a:off x="156010" y="2384030"/>
            <a:ext cx="189186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Open AGV_UI in VNC Viewer (PC) on </a:t>
            </a:r>
            <a:r>
              <a:rPr lang="en-IN" dirty="0" err="1"/>
              <a:t>myAGV</a:t>
            </a:r>
            <a:endParaRPr lang="de-DE" dirty="0"/>
          </a:p>
          <a:p>
            <a:r>
              <a:rPr lang="en-IN" dirty="0"/>
              <a:t>Be patient, it takes a while...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99955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87" y="250256"/>
            <a:ext cx="6688251" cy="5320765"/>
          </a:xfrm>
          <a:prstGeom prst="rect">
            <a:avLst/>
          </a:prstGeom>
        </p:spPr>
      </p:pic>
      <p:cxnSp>
        <p:nvCxnSpPr>
          <p:cNvPr id="8" name="Gerade Verbindung mit Pfeil 7"/>
          <p:cNvCxnSpPr/>
          <p:nvPr/>
        </p:nvCxnSpPr>
        <p:spPr>
          <a:xfrm flipH="1">
            <a:off x="2473693" y="943276"/>
            <a:ext cx="625641" cy="10587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feld 9"/>
          <p:cNvSpPr txBox="1"/>
          <p:nvPr/>
        </p:nvSpPr>
        <p:spPr>
          <a:xfrm>
            <a:off x="3214838" y="758610"/>
            <a:ext cx="31600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First, turn on LIDAR.</a:t>
            </a:r>
          </a:p>
          <a:p>
            <a:endParaRPr lang="de-DE" dirty="0"/>
          </a:p>
          <a:p>
            <a:r>
              <a:rPr lang="en-IN" dirty="0"/>
              <a:t>A message appears in this window: “Radar open.”</a:t>
            </a:r>
            <a:endParaRPr lang="de-DE" dirty="0"/>
          </a:p>
        </p:txBody>
      </p:sp>
      <p:pic>
        <p:nvPicPr>
          <p:cNvPr id="14" name="Grafik 13"/>
          <p:cNvPicPr>
            <a:picLocks noChangeAspect="1"/>
          </p:cNvPicPr>
          <p:nvPr/>
        </p:nvPicPr>
        <p:blipFill rotWithShape="1">
          <a:blip r:embed="rId3"/>
          <a:srcRect r="20550" b="35343"/>
          <a:stretch/>
        </p:blipFill>
        <p:spPr>
          <a:xfrm>
            <a:off x="6573453" y="3287226"/>
            <a:ext cx="5236744" cy="3103949"/>
          </a:xfrm>
          <a:prstGeom prst="rect">
            <a:avLst/>
          </a:prstGeom>
        </p:spPr>
      </p:pic>
      <p:cxnSp>
        <p:nvCxnSpPr>
          <p:cNvPr id="16" name="Gewinkelter Verbinder 15"/>
          <p:cNvCxnSpPr/>
          <p:nvPr/>
        </p:nvCxnSpPr>
        <p:spPr>
          <a:xfrm>
            <a:off x="4427621" y="2213811"/>
            <a:ext cx="1886552" cy="1761423"/>
          </a:xfrm>
          <a:prstGeom prst="bentConnector3">
            <a:avLst>
              <a:gd name="adj1" fmla="val 0"/>
            </a:avLst>
          </a:prstGeom>
          <a:ln w="412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feld 17"/>
          <p:cNvSpPr txBox="1"/>
          <p:nvPr/>
        </p:nvSpPr>
        <p:spPr>
          <a:xfrm>
            <a:off x="7359507" y="1958939"/>
            <a:ext cx="41637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 window opens in the background from ROS, providing information about the LIDAR function. The window can be closed by clicking on the “Close” button.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13829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185" y="225819"/>
            <a:ext cx="7237059" cy="5597465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577" y="1953928"/>
            <a:ext cx="5524169" cy="4382302"/>
          </a:xfrm>
          <a:prstGeom prst="rect">
            <a:avLst/>
          </a:prstGeom>
        </p:spPr>
      </p:pic>
      <p:cxnSp>
        <p:nvCxnSpPr>
          <p:cNvPr id="6" name="Gerade Verbindung mit Pfeil 5"/>
          <p:cNvCxnSpPr/>
          <p:nvPr/>
        </p:nvCxnSpPr>
        <p:spPr>
          <a:xfrm flipH="1">
            <a:off x="1511168" y="1424539"/>
            <a:ext cx="2050179" cy="24063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feld 7"/>
          <p:cNvSpPr txBox="1"/>
          <p:nvPr/>
        </p:nvSpPr>
        <p:spPr>
          <a:xfrm>
            <a:off x="3753853" y="1414914"/>
            <a:ext cx="29920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Now switch on the control via keyboard. Press the “Start” button.</a:t>
            </a:r>
            <a:endParaRPr lang="de-DE" dirty="0"/>
          </a:p>
        </p:txBody>
      </p:sp>
      <p:sp>
        <p:nvSpPr>
          <p:cNvPr id="9" name="Rechteck 8"/>
          <p:cNvSpPr/>
          <p:nvPr/>
        </p:nvSpPr>
        <p:spPr>
          <a:xfrm>
            <a:off x="6571577" y="4145079"/>
            <a:ext cx="3915391" cy="1678205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8335345" y="602565"/>
            <a:ext cx="36317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ROS window in the background displays information on controlling the AGV (for more details, see also the </a:t>
            </a:r>
            <a:r>
              <a:rPr lang="en-IN" dirty="0" err="1"/>
              <a:t>GitBook</a:t>
            </a:r>
            <a:r>
              <a:rPr lang="en-IN" dirty="0"/>
              <a:t>).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64511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432" y="427949"/>
            <a:ext cx="7237059" cy="5597465"/>
          </a:xfrm>
          <a:prstGeom prst="rect">
            <a:avLst/>
          </a:prstGeom>
        </p:spPr>
      </p:pic>
      <p:sp>
        <p:nvSpPr>
          <p:cNvPr id="7" name="Textfeld 6"/>
          <p:cNvSpPr txBox="1"/>
          <p:nvPr/>
        </p:nvSpPr>
        <p:spPr>
          <a:xfrm>
            <a:off x="8527983" y="837398"/>
            <a:ext cx="327931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Use the control buttons (or alternatively, the gamepad without a keyboard) to move the </a:t>
            </a:r>
            <a:r>
              <a:rPr lang="en-IN" dirty="0" err="1"/>
              <a:t>myAGV</a:t>
            </a:r>
            <a:r>
              <a:rPr lang="en-IN" dirty="0"/>
              <a:t> slightly back and forth.</a:t>
            </a:r>
          </a:p>
          <a:p>
            <a:endParaRPr lang="de-DE" dirty="0"/>
          </a:p>
          <a:p>
            <a:r>
              <a:rPr lang="en-IN" dirty="0"/>
              <a:t>The LIDAR sensor is already recording the room.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71266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432" y="427949"/>
            <a:ext cx="7237059" cy="5597465"/>
          </a:xfrm>
          <a:prstGeom prst="rect">
            <a:avLst/>
          </a:prstGeom>
        </p:spPr>
      </p:pic>
      <p:cxnSp>
        <p:nvCxnSpPr>
          <p:cNvPr id="5" name="Gerade Verbindung mit Pfeil 4"/>
          <p:cNvCxnSpPr/>
          <p:nvPr/>
        </p:nvCxnSpPr>
        <p:spPr>
          <a:xfrm flipH="1">
            <a:off x="1434168" y="2406316"/>
            <a:ext cx="1636291" cy="36576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feld 6"/>
          <p:cNvSpPr txBox="1"/>
          <p:nvPr/>
        </p:nvSpPr>
        <p:spPr>
          <a:xfrm>
            <a:off x="3224463" y="1746788"/>
            <a:ext cx="3469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Now, click on Open Build Map. </a:t>
            </a:r>
            <a:r>
              <a:rPr lang="en-IN" dirty="0" err="1"/>
              <a:t>RViz</a:t>
            </a:r>
            <a:r>
              <a:rPr lang="en-IN" dirty="0"/>
              <a:t> opens, and the already captured environment is displayed(see next slide).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43890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635" y="210460"/>
            <a:ext cx="10544175" cy="635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783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432" y="427949"/>
            <a:ext cx="7237059" cy="5597465"/>
          </a:xfrm>
          <a:prstGeom prst="rect">
            <a:avLst/>
          </a:prstGeom>
        </p:spPr>
      </p:pic>
      <p:cxnSp>
        <p:nvCxnSpPr>
          <p:cNvPr id="5" name="Gerade Verbindung mit Pfeil 4"/>
          <p:cNvCxnSpPr/>
          <p:nvPr/>
        </p:nvCxnSpPr>
        <p:spPr>
          <a:xfrm flipH="1" flipV="1">
            <a:off x="1848052" y="3301466"/>
            <a:ext cx="1376411" cy="25025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feld 6"/>
          <p:cNvSpPr txBox="1"/>
          <p:nvPr/>
        </p:nvSpPr>
        <p:spPr>
          <a:xfrm>
            <a:off x="3455469" y="2626516"/>
            <a:ext cx="32041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With 3D Navigation and Navigation, you can create maps just like before with </a:t>
            </a:r>
            <a:r>
              <a:rPr lang="en-IN" dirty="0" err="1"/>
              <a:t>Rviz</a:t>
            </a:r>
            <a:r>
              <a:rPr lang="en-IN" dirty="0"/>
              <a:t>.</a:t>
            </a:r>
            <a:endParaRPr lang="de-DE" dirty="0"/>
          </a:p>
        </p:txBody>
      </p:sp>
      <p:sp>
        <p:nvSpPr>
          <p:cNvPr id="9" name="Textfeld 8"/>
          <p:cNvSpPr txBox="1"/>
          <p:nvPr/>
        </p:nvSpPr>
        <p:spPr>
          <a:xfrm>
            <a:off x="8070723" y="2505670"/>
            <a:ext cx="37454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Further functionality, then according to </a:t>
            </a:r>
            <a:r>
              <a:rPr lang="en-IN" dirty="0" err="1"/>
              <a:t>Gitbook</a:t>
            </a:r>
            <a:r>
              <a:rPr lang="en-IN" dirty="0"/>
              <a:t> (Prof. Dr Sommer has the documents)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33484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</Words>
  <Application>Microsoft Office PowerPoint</Application>
  <PresentationFormat>Widescreen</PresentationFormat>
  <Paragraphs>14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HS Albstadt-Sigmaringen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Geiser, Florian</dc:creator>
  <cp:lastModifiedBy>Vatan Thakur</cp:lastModifiedBy>
  <cp:revision>5</cp:revision>
  <dcterms:created xsi:type="dcterms:W3CDTF">2025-12-19T15:21:02Z</dcterms:created>
  <dcterms:modified xsi:type="dcterms:W3CDTF">2025-12-22T11:11:23Z</dcterms:modified>
</cp:coreProperties>
</file>